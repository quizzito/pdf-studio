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Studio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for verifying PPT-to-PDF conversion fidelity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